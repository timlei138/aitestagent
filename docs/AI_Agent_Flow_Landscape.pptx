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AI 自动化测试 Agent — 执行流程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371600" cy="1463040"/>
          </a:xfrm>
          <a:prstGeom prst="round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用户输入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自然语言需求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例: 打开设置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切换时区验证格式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6459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09E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097280"/>
            <a:ext cx="1645920" cy="1463040"/>
          </a:xfrm>
          <a:prstGeom prst="round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Planner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查 ChromaDB 经验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拼 prompt → LLM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输出: goal + hints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59" y="16459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09E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799" y="1097280"/>
            <a:ext cx="1645920" cy="1463040"/>
          </a:xfrm>
          <a:prstGeom prst="round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Plan Review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interrupt() 暂停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推送计划到前端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用户确认/编辑/取消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39" y="16459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09E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005839"/>
            <a:ext cx="2011680" cy="16459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67C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199" y="102412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7C23A"/>
                </a:solidFill>
                <a:latin typeface="Microsoft YaHei"/>
              </a:defRPr>
            </a:pPr>
            <a:r>
              <a:t>Agent (循环)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1325880"/>
            <a:ext cx="868680" cy="1051560"/>
          </a:xfrm>
          <a:prstGeom prst="round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感知 + 决策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perceive() 看屏幕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拼 Goal+Page+History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LLM ⇄ 工具循环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96327" y="1325880"/>
            <a:ext cx="868680" cy="1051560"/>
          </a:xfrm>
          <a:prstGeom prst="round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后处理 + 路由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结果判定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DONE/ABORT/continue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重复检测 + 裁剪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4688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Microsoft YaHei"/>
              </a:defRPr>
            </a:pPr>
            <a:r>
              <a:t>↻ continue → 回到感知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6459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09E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19" y="1097280"/>
            <a:ext cx="1645920" cy="1463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Reporter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KB 沉淀经验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成功 → 保存 Plan</a:t>
            </a:r>
          </a:p>
          <a:p>
            <a:pPr algn="ctr">
              <a:spcBef>
                <a:spcPts val="200"/>
              </a:spcBef>
              <a:defRPr sz="900">
                <a:solidFill>
                  <a:srgbClr val="E0E0E0"/>
                </a:solidFill>
                <a:latin typeface="Microsoft YaHei"/>
              </a:defRPr>
            </a:pPr>
            <a:r>
              <a:t>SQLite 记录结果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16459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09E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1325880"/>
            <a:ext cx="82296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END</a:t>
            </a:r>
          </a:p>
          <a:p>
            <a:pPr algn="ctr">
              <a:defRPr sz="900">
                <a:solidFill>
                  <a:srgbClr val="CCCCCC"/>
                </a:solidFill>
                <a:latin typeface="Microsoft YaHei"/>
              </a:defRPr>
            </a:pPr>
            <a:r>
              <a:t>返回报告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26080"/>
            <a:ext cx="11430000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00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9EFF"/>
                </a:solidFill>
                <a:latin typeface="Microsoft YaHei"/>
              </a:defRPr>
            </a:pPr>
            <a:r>
              <a:t>Planner 详细说明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20440"/>
            <a:ext cx="2103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① 查 ChromaDB 3 类知识:</a:t>
            </a:r>
            <a:br/>
            <a:r>
              <a:t>   - App 前提条件</a:t>
            </a:r>
            <a:br/>
            <a:r>
              <a:t>   - 历史验证计划</a:t>
            </a:r>
            <a:br/>
            <a:r>
              <a:t>   - 导航经验路径</a:t>
            </a:r>
            <a:br/>
            <a:r>
              <a:t>② 拼接 rag_context</a:t>
            </a:r>
            <a:br/>
            <a:r>
              <a:t>③ 组装 prompt:</a:t>
            </a:r>
            <a:br/>
            <a:r>
              <a:t>   System + User + RAG</a:t>
            </a:r>
            <a:br/>
            <a:r>
              <a:t>④ LLM 输出 JSON</a:t>
            </a:r>
            <a:br/>
            <a:r>
              <a:t>⑤ 解析为 goal_description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79" y="3200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A23C"/>
                </a:solidFill>
                <a:latin typeface="Microsoft YaHei"/>
              </a:defRPr>
            </a:pPr>
            <a:r>
              <a:t>Plan Review 详细说明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3520440"/>
            <a:ext cx="2103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① interrupt() 暂停图</a:t>
            </a:r>
            <a:br/>
            <a:r>
              <a:t>② 推送计划到前端:</a:t>
            </a:r>
            <a:br/>
            <a:r>
              <a:t>   goal / pages / hints</a:t>
            </a:r>
            <a:br/>
            <a:r>
              <a:t>③ 等待用户操作:</a:t>
            </a:r>
            <a:br/>
            <a:r>
              <a:t>   - 确认 → 继续</a:t>
            </a:r>
            <a:br/>
            <a:r>
              <a:t>   - 编辑后确认 → 继续</a:t>
            </a:r>
            <a:br/>
            <a:r>
              <a:t>   - 取消 → 直接到 Reporter</a:t>
            </a:r>
            <a:br/>
            <a:br/>
            <a:r>
              <a:t>人在回路的关键节点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00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7C23A"/>
                </a:solidFill>
                <a:latin typeface="Microsoft YaHei"/>
              </a:defRPr>
            </a:pPr>
            <a:r>
              <a:t>Agent 详细说明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520440"/>
            <a:ext cx="2103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① perceive() 读取屏幕</a:t>
            </a:r>
            <a:br/>
            <a:r>
              <a:t>   ADB dump UI 树</a:t>
            </a:r>
            <a:br/>
            <a:r>
              <a:t>② 拼接 Goal+Page+History</a:t>
            </a:r>
            <a:br/>
            <a:r>
              <a:t>③ _run_agent() 子图循环:</a:t>
            </a:r>
            <a:br/>
            <a:r>
              <a:t>   LLM → tool_calls → 执行</a:t>
            </a:r>
            <a:br/>
            <a:r>
              <a:t>   → 结果返回 LLM → ...</a:t>
            </a:r>
            <a:br/>
            <a:r>
              <a:t>④ 结果判定:</a:t>
            </a:r>
            <a:br/>
            <a:r>
              <a:t>   DONE → success</a:t>
            </a:r>
            <a:br/>
            <a:r>
              <a:t>   ABORT → fail</a:t>
            </a:r>
            <a:br/>
            <a:r>
              <a:t>   无标记 → continue</a:t>
            </a:r>
            <a:br/>
            <a:r>
              <a:t>⑤ 后处理: 页面注入 +</a:t>
            </a:r>
            <a:br/>
            <a:r>
              <a:t>   重复检测 + 消息裁剪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3200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C27B0"/>
                </a:solidFill>
                <a:latin typeface="Microsoft YaHei"/>
              </a:defRPr>
            </a:pPr>
            <a:r>
              <a:t>Reporter 详细说明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3520440"/>
            <a:ext cx="2103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① 计算耗时, 统计步骤</a:t>
            </a:r>
            <a:br/>
            <a:r>
              <a:t>② 失败时拼接步骤摘要</a:t>
            </a:r>
            <a:br/>
            <a:r>
              <a:t>③ extract_from_test_result:</a:t>
            </a:r>
            <a:br/>
            <a:r>
              <a:t>   → 写入 test_experience</a:t>
            </a:r>
            <a:br/>
            <a:r>
              <a:t>   → 写入 navigation_path</a:t>
            </a:r>
            <a:br/>
            <a:r>
              <a:t>   → 写入 page_structure</a:t>
            </a:r>
            <a:br/>
            <a:r>
              <a:t>④ 成功时 save_verified_plan</a:t>
            </a:r>
            <a:br/>
            <a:r>
              <a:t>   保存到 ChromaDB</a:t>
            </a:r>
            <a:br/>
            <a:r>
              <a:t>⑤ record_test_run()</a:t>
            </a:r>
            <a:br/>
            <a:r>
              <a:t>   写入 SQLite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200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CD4"/>
                </a:solidFill>
                <a:latin typeface="Microsoft YaHei"/>
              </a:defRPr>
            </a:pPr>
            <a:r>
              <a:t>路由规则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520440"/>
            <a:ext cx="2103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Agent 执行完后判断:</a:t>
            </a:r>
            <a:br/>
            <a:br/>
            <a:r>
              <a:t>→ status = success</a:t>
            </a:r>
            <a:br/>
            <a:r>
              <a:t>   去 Reporter</a:t>
            </a:r>
            <a:br/>
            <a:r>
              <a:t>→ status = fail</a:t>
            </a:r>
            <a:br/>
            <a:r>
              <a:t>   去 Reporter</a:t>
            </a:r>
            <a:br/>
            <a:r>
              <a:t>→ step_history &gt;= 12</a:t>
            </a:r>
            <a:br/>
            <a:r>
              <a:t>   去 Reporter (强制结束)</a:t>
            </a:r>
            <a:br/>
            <a:r>
              <a:t>→ status = continue</a:t>
            </a:r>
            <a:br/>
            <a:r>
              <a:t>   回到 Agent (下一轮)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